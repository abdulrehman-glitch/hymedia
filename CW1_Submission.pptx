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E3F9F-59F9-E709-31EF-052C753B6C7A}"/>
              </a:ext>
            </a:extLst>
          </p:cNvPr>
          <p:cNvSpPr txBox="1">
            <a:spLocks noGrp="1"/>
          </p:cNvSpPr>
          <p:nvPr>
            <p:ph type="ctrTitle"/>
          </p:nvPr>
        </p:nvSpPr>
        <p:spPr>
          <a:xfrm>
            <a:off x="1524003" y="1122361"/>
            <a:ext cx="9144000" cy="2387598"/>
          </a:xfrm>
        </p:spPr>
        <p:txBody>
          <a:bodyPr anchor="b" anchorCtr="1"/>
          <a:lstStyle>
            <a:lvl1pPr algn="ctr">
              <a:defRPr sz="6000"/>
            </a:lvl1pPr>
          </a:lstStyle>
          <a:p>
            <a:pPr lvl="0"/>
            <a:r>
              <a:rPr lang="en-US"/>
              <a:t>Click to edit Master title style</a:t>
            </a:r>
            <a:endParaRPr lang="en-IN"/>
          </a:p>
        </p:txBody>
      </p:sp>
      <p:sp>
        <p:nvSpPr>
          <p:cNvPr id="3" name="Subtitle 2">
            <a:extLst>
              <a:ext uri="{FF2B5EF4-FFF2-40B4-BE49-F238E27FC236}">
                <a16:creationId xmlns:a16="http://schemas.microsoft.com/office/drawing/2014/main" id="{08AD7C4A-C58F-FF9D-2386-9D56693A79FB}"/>
              </a:ext>
            </a:extLst>
          </p:cNvPr>
          <p:cNvSpPr txBox="1">
            <a:spLocks noGrp="1"/>
          </p:cNvSpPr>
          <p:nvPr>
            <p:ph type="subTitle" idx="1"/>
          </p:nvPr>
        </p:nvSpPr>
        <p:spPr>
          <a:xfrm>
            <a:off x="1524003" y="3602041"/>
            <a:ext cx="9144000" cy="1655758"/>
          </a:xfrm>
        </p:spPr>
        <p:txBody>
          <a:bodyPr anchorCtr="1"/>
          <a:lstStyle>
            <a:lvl1pPr marL="0" indent="0" algn="ctr">
              <a:buNone/>
              <a:defRPr sz="2400"/>
            </a:lvl1pPr>
          </a:lstStyle>
          <a:p>
            <a:pPr lvl="0"/>
            <a:r>
              <a:rPr lang="en-US"/>
              <a:t>Click to edit Master subtitle style</a:t>
            </a:r>
            <a:endParaRPr lang="en-IN"/>
          </a:p>
        </p:txBody>
      </p:sp>
      <p:sp>
        <p:nvSpPr>
          <p:cNvPr id="4" name="Date Placeholder 3">
            <a:extLst>
              <a:ext uri="{FF2B5EF4-FFF2-40B4-BE49-F238E27FC236}">
                <a16:creationId xmlns:a16="http://schemas.microsoft.com/office/drawing/2014/main" id="{D1BB8CA0-02D2-8D7F-F10A-F4633BE7F063}"/>
              </a:ext>
            </a:extLst>
          </p:cNvPr>
          <p:cNvSpPr txBox="1">
            <a:spLocks noGrp="1"/>
          </p:cNvSpPr>
          <p:nvPr>
            <p:ph type="dt" sz="half" idx="7"/>
          </p:nvPr>
        </p:nvSpPr>
        <p:spPr/>
        <p:txBody>
          <a:bodyPr/>
          <a:lstStyle>
            <a:lvl1pPr>
              <a:defRPr/>
            </a:lvl1pPr>
          </a:lstStyle>
          <a:p>
            <a:pPr lvl="0"/>
            <a:fld id="{DB193459-1914-41B3-B081-F33AE2E6D8DB}" type="datetime1">
              <a:rPr lang="en-IN"/>
              <a:pPr lvl="0"/>
              <a:t>05-03-2026</a:t>
            </a:fld>
            <a:endParaRPr lang="en-IN"/>
          </a:p>
        </p:txBody>
      </p:sp>
      <p:sp>
        <p:nvSpPr>
          <p:cNvPr id="5" name="Footer Placeholder 4">
            <a:extLst>
              <a:ext uri="{FF2B5EF4-FFF2-40B4-BE49-F238E27FC236}">
                <a16:creationId xmlns:a16="http://schemas.microsoft.com/office/drawing/2014/main" id="{993E9094-E005-74BA-E183-BD3DCDB3CF0A}"/>
              </a:ext>
            </a:extLst>
          </p:cNvPr>
          <p:cNvSpPr txBox="1">
            <a:spLocks noGrp="1"/>
          </p:cNvSpPr>
          <p:nvPr>
            <p:ph type="ftr" sz="quarter" idx="9"/>
          </p:nvPr>
        </p:nvSpPr>
        <p:spPr/>
        <p:txBody>
          <a:bodyPr/>
          <a:lstStyle>
            <a:lvl1pPr>
              <a:defRPr/>
            </a:lvl1pPr>
          </a:lstStyle>
          <a:p>
            <a:pPr lvl="0"/>
            <a:endParaRPr lang="en-IN"/>
          </a:p>
        </p:txBody>
      </p:sp>
      <p:sp>
        <p:nvSpPr>
          <p:cNvPr id="6" name="Slide Number Placeholder 5">
            <a:extLst>
              <a:ext uri="{FF2B5EF4-FFF2-40B4-BE49-F238E27FC236}">
                <a16:creationId xmlns:a16="http://schemas.microsoft.com/office/drawing/2014/main" id="{CFD1A768-4F74-FDD4-D841-06032985629E}"/>
              </a:ext>
            </a:extLst>
          </p:cNvPr>
          <p:cNvSpPr txBox="1">
            <a:spLocks noGrp="1"/>
          </p:cNvSpPr>
          <p:nvPr>
            <p:ph type="sldNum" sz="quarter" idx="8"/>
          </p:nvPr>
        </p:nvSpPr>
        <p:spPr/>
        <p:txBody>
          <a:bodyPr/>
          <a:lstStyle>
            <a:lvl1pPr>
              <a:defRPr/>
            </a:lvl1pPr>
          </a:lstStyle>
          <a:p>
            <a:pPr lvl="0"/>
            <a:fld id="{E4E546BB-0881-49A6-88E2-258898FD1684}" type="slidenum">
              <a:t>‹#›</a:t>
            </a:fld>
            <a:endParaRPr lang="en-IN"/>
          </a:p>
        </p:txBody>
      </p:sp>
    </p:spTree>
    <p:extLst>
      <p:ext uri="{BB962C8B-B14F-4D97-AF65-F5344CB8AC3E}">
        <p14:creationId xmlns:p14="http://schemas.microsoft.com/office/powerpoint/2010/main" val="317952538"/>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463C-C367-3564-94BA-60F67FBF9B3B}"/>
              </a:ext>
            </a:extLst>
          </p:cNvPr>
          <p:cNvSpPr txBox="1">
            <a:spLocks noGrp="1"/>
          </p:cNvSpPr>
          <p:nvPr>
            <p:ph type="title"/>
          </p:nvPr>
        </p:nvSpPr>
        <p:spPr/>
        <p:txBody>
          <a:bodyPr/>
          <a:lstStyle>
            <a:lvl1pPr>
              <a:defRPr/>
            </a:lvl1pPr>
          </a:lstStyle>
          <a:p>
            <a:pPr lvl="0"/>
            <a:r>
              <a:rPr lang="en-US"/>
              <a:t>Click to edit Master title style</a:t>
            </a:r>
            <a:endParaRPr lang="en-IN"/>
          </a:p>
        </p:txBody>
      </p:sp>
      <p:sp>
        <p:nvSpPr>
          <p:cNvPr id="3" name="Content Placeholder 2">
            <a:extLst>
              <a:ext uri="{FF2B5EF4-FFF2-40B4-BE49-F238E27FC236}">
                <a16:creationId xmlns:a16="http://schemas.microsoft.com/office/drawing/2014/main" id="{51BA9B3D-3041-AB44-AA07-637916E3BDCE}"/>
              </a:ext>
            </a:extLst>
          </p:cNvPr>
          <p:cNvSpPr txBox="1">
            <a:spLocks noGrp="1"/>
          </p:cNvSpPr>
          <p:nvPr>
            <p:ph idx="1"/>
          </p:nvPr>
        </p:nvSpPr>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72D32ED-0965-5D6D-B60E-58D33CE79E53}"/>
              </a:ext>
            </a:extLst>
          </p:cNvPr>
          <p:cNvSpPr txBox="1">
            <a:spLocks noGrp="1"/>
          </p:cNvSpPr>
          <p:nvPr>
            <p:ph type="dt" sz="half" idx="7"/>
          </p:nvPr>
        </p:nvSpPr>
        <p:spPr/>
        <p:txBody>
          <a:bodyPr/>
          <a:lstStyle>
            <a:lvl1pPr>
              <a:defRPr/>
            </a:lvl1pPr>
          </a:lstStyle>
          <a:p>
            <a:pPr lvl="0"/>
            <a:fld id="{203592EE-509A-4471-8C08-CA6F5127D80F}" type="datetime1">
              <a:rPr lang="en-IN"/>
              <a:pPr lvl="0"/>
              <a:t>05-03-2026</a:t>
            </a:fld>
            <a:endParaRPr lang="en-IN"/>
          </a:p>
        </p:txBody>
      </p:sp>
      <p:sp>
        <p:nvSpPr>
          <p:cNvPr id="5" name="Footer Placeholder 4">
            <a:extLst>
              <a:ext uri="{FF2B5EF4-FFF2-40B4-BE49-F238E27FC236}">
                <a16:creationId xmlns:a16="http://schemas.microsoft.com/office/drawing/2014/main" id="{3F3C01AC-EC49-CDFC-5950-0C5336CC072F}"/>
              </a:ext>
            </a:extLst>
          </p:cNvPr>
          <p:cNvSpPr txBox="1">
            <a:spLocks noGrp="1"/>
          </p:cNvSpPr>
          <p:nvPr>
            <p:ph type="ftr" sz="quarter" idx="9"/>
          </p:nvPr>
        </p:nvSpPr>
        <p:spPr/>
        <p:txBody>
          <a:bodyPr/>
          <a:lstStyle>
            <a:lvl1pPr>
              <a:defRPr/>
            </a:lvl1pPr>
          </a:lstStyle>
          <a:p>
            <a:pPr lvl="0"/>
            <a:endParaRPr lang="en-IN"/>
          </a:p>
        </p:txBody>
      </p:sp>
      <p:sp>
        <p:nvSpPr>
          <p:cNvPr id="6" name="Slide Number Placeholder 5">
            <a:extLst>
              <a:ext uri="{FF2B5EF4-FFF2-40B4-BE49-F238E27FC236}">
                <a16:creationId xmlns:a16="http://schemas.microsoft.com/office/drawing/2014/main" id="{4A64C1C5-6D5E-0B62-D295-E21C0A5D6637}"/>
              </a:ext>
            </a:extLst>
          </p:cNvPr>
          <p:cNvSpPr txBox="1">
            <a:spLocks noGrp="1"/>
          </p:cNvSpPr>
          <p:nvPr>
            <p:ph type="sldNum" sz="quarter" idx="8"/>
          </p:nvPr>
        </p:nvSpPr>
        <p:spPr/>
        <p:txBody>
          <a:bodyPr/>
          <a:lstStyle>
            <a:lvl1pPr>
              <a:defRPr/>
            </a:lvl1pPr>
          </a:lstStyle>
          <a:p>
            <a:pPr lvl="0"/>
            <a:fld id="{59DD3B43-ADCA-4D94-9126-77A2B30C99E8}" type="slidenum">
              <a:t>‹#›</a:t>
            </a:fld>
            <a:endParaRPr lang="en-IN"/>
          </a:p>
        </p:txBody>
      </p:sp>
    </p:spTree>
    <p:extLst>
      <p:ext uri="{BB962C8B-B14F-4D97-AF65-F5344CB8AC3E}">
        <p14:creationId xmlns:p14="http://schemas.microsoft.com/office/powerpoint/2010/main" val="9019315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6DB080-08E4-CC56-47D5-8C5E527A26D4}"/>
              </a:ext>
            </a:extLst>
          </p:cNvPr>
          <p:cNvSpPr txBox="1">
            <a:spLocks noGrp="1"/>
          </p:cNvSpPr>
          <p:nvPr>
            <p:ph type="title"/>
          </p:nvPr>
        </p:nvSpPr>
        <p:spPr>
          <a:xfrm>
            <a:off x="831847" y="1709735"/>
            <a:ext cx="10515600" cy="2852735"/>
          </a:xfrm>
        </p:spPr>
        <p:txBody>
          <a:bodyPr anchor="b"/>
          <a:lstStyle>
            <a:lvl1pPr>
              <a:defRPr sz="6000"/>
            </a:lvl1pPr>
          </a:lstStyle>
          <a:p>
            <a:pPr lvl="0"/>
            <a:r>
              <a:rPr lang="en-US"/>
              <a:t>Click to edit Master title style</a:t>
            </a:r>
            <a:endParaRPr lang="en-IN"/>
          </a:p>
        </p:txBody>
      </p:sp>
      <p:sp>
        <p:nvSpPr>
          <p:cNvPr id="3" name="Text Placeholder 2">
            <a:extLst>
              <a:ext uri="{FF2B5EF4-FFF2-40B4-BE49-F238E27FC236}">
                <a16:creationId xmlns:a16="http://schemas.microsoft.com/office/drawing/2014/main" id="{30020DA9-1AE8-32BA-46AB-80E822AB9539}"/>
              </a:ext>
            </a:extLst>
          </p:cNvPr>
          <p:cNvSpPr txBox="1">
            <a:spLocks noGrp="1"/>
          </p:cNvSpPr>
          <p:nvPr>
            <p:ph type="body" idx="1"/>
          </p:nvPr>
        </p:nvSpPr>
        <p:spPr>
          <a:xfrm>
            <a:off x="831847" y="4589465"/>
            <a:ext cx="10515600" cy="1500182"/>
          </a:xfrm>
        </p:spPr>
        <p:txBody>
          <a:bodyPr/>
          <a:lstStyle>
            <a:lvl1pPr marL="0" indent="0">
              <a:buNone/>
              <a:defRPr sz="2400">
                <a:solidFill>
                  <a:srgbClr val="767676"/>
                </a:solidFill>
              </a:defRPr>
            </a:lvl1pPr>
          </a:lstStyle>
          <a:p>
            <a:pPr lvl="0"/>
            <a:r>
              <a:rPr lang="en-US"/>
              <a:t>Click to edit Master text styles</a:t>
            </a:r>
          </a:p>
        </p:txBody>
      </p:sp>
      <p:sp>
        <p:nvSpPr>
          <p:cNvPr id="4" name="Date Placeholder 3">
            <a:extLst>
              <a:ext uri="{FF2B5EF4-FFF2-40B4-BE49-F238E27FC236}">
                <a16:creationId xmlns:a16="http://schemas.microsoft.com/office/drawing/2014/main" id="{21119370-5E35-7F95-F67C-58EBB9DABA75}"/>
              </a:ext>
            </a:extLst>
          </p:cNvPr>
          <p:cNvSpPr txBox="1">
            <a:spLocks noGrp="1"/>
          </p:cNvSpPr>
          <p:nvPr>
            <p:ph type="dt" sz="half" idx="7"/>
          </p:nvPr>
        </p:nvSpPr>
        <p:spPr/>
        <p:txBody>
          <a:bodyPr/>
          <a:lstStyle>
            <a:lvl1pPr>
              <a:defRPr/>
            </a:lvl1pPr>
          </a:lstStyle>
          <a:p>
            <a:pPr lvl="0"/>
            <a:fld id="{11BCAA95-525E-43F4-A28E-5A48702FDB5D}" type="datetime1">
              <a:rPr lang="en-IN"/>
              <a:pPr lvl="0"/>
              <a:t>05-03-2026</a:t>
            </a:fld>
            <a:endParaRPr lang="en-IN"/>
          </a:p>
        </p:txBody>
      </p:sp>
      <p:sp>
        <p:nvSpPr>
          <p:cNvPr id="5" name="Footer Placeholder 4">
            <a:extLst>
              <a:ext uri="{FF2B5EF4-FFF2-40B4-BE49-F238E27FC236}">
                <a16:creationId xmlns:a16="http://schemas.microsoft.com/office/drawing/2014/main" id="{659BE879-18C7-3DF5-7E10-EA2CC97AD953}"/>
              </a:ext>
            </a:extLst>
          </p:cNvPr>
          <p:cNvSpPr txBox="1">
            <a:spLocks noGrp="1"/>
          </p:cNvSpPr>
          <p:nvPr>
            <p:ph type="ftr" sz="quarter" idx="9"/>
          </p:nvPr>
        </p:nvSpPr>
        <p:spPr/>
        <p:txBody>
          <a:bodyPr/>
          <a:lstStyle>
            <a:lvl1pPr>
              <a:defRPr/>
            </a:lvl1pPr>
          </a:lstStyle>
          <a:p>
            <a:pPr lvl="0"/>
            <a:endParaRPr lang="en-IN"/>
          </a:p>
        </p:txBody>
      </p:sp>
      <p:sp>
        <p:nvSpPr>
          <p:cNvPr id="6" name="Slide Number Placeholder 5">
            <a:extLst>
              <a:ext uri="{FF2B5EF4-FFF2-40B4-BE49-F238E27FC236}">
                <a16:creationId xmlns:a16="http://schemas.microsoft.com/office/drawing/2014/main" id="{B82D69F4-6678-D438-BB52-255E0FC573B9}"/>
              </a:ext>
            </a:extLst>
          </p:cNvPr>
          <p:cNvSpPr txBox="1">
            <a:spLocks noGrp="1"/>
          </p:cNvSpPr>
          <p:nvPr>
            <p:ph type="sldNum" sz="quarter" idx="8"/>
          </p:nvPr>
        </p:nvSpPr>
        <p:spPr/>
        <p:txBody>
          <a:bodyPr/>
          <a:lstStyle>
            <a:lvl1pPr>
              <a:defRPr/>
            </a:lvl1pPr>
          </a:lstStyle>
          <a:p>
            <a:pPr lvl="0"/>
            <a:fld id="{B3765B60-E5D2-4A64-BDB8-85EF62CAA475}" type="slidenum">
              <a:t>‹#›</a:t>
            </a:fld>
            <a:endParaRPr lang="en-IN"/>
          </a:p>
        </p:txBody>
      </p:sp>
    </p:spTree>
    <p:extLst>
      <p:ext uri="{BB962C8B-B14F-4D97-AF65-F5344CB8AC3E}">
        <p14:creationId xmlns:p14="http://schemas.microsoft.com/office/powerpoint/2010/main" val="16251382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5F9972-FE32-DA03-7F34-C76AD1BE1C87}"/>
              </a:ext>
            </a:extLst>
          </p:cNvPr>
          <p:cNvSpPr txBox="1">
            <a:spLocks noGrp="1"/>
          </p:cNvSpPr>
          <p:nvPr>
            <p:ph type="title"/>
          </p:nvPr>
        </p:nvSpPr>
        <p:spPr/>
        <p:txBody>
          <a:bodyPr/>
          <a:lstStyle>
            <a:lvl1pPr>
              <a:defRPr/>
            </a:lvl1pPr>
          </a:lstStyle>
          <a:p>
            <a:pPr lvl="0"/>
            <a:r>
              <a:rPr lang="en-US"/>
              <a:t>Click to edit Master title style</a:t>
            </a:r>
            <a:endParaRPr lang="en-IN"/>
          </a:p>
        </p:txBody>
      </p:sp>
      <p:sp>
        <p:nvSpPr>
          <p:cNvPr id="3" name="Content Placeholder 2">
            <a:extLst>
              <a:ext uri="{FF2B5EF4-FFF2-40B4-BE49-F238E27FC236}">
                <a16:creationId xmlns:a16="http://schemas.microsoft.com/office/drawing/2014/main" id="{2395739D-5CAB-BCB6-BB03-825CE610FE5F}"/>
              </a:ext>
            </a:extLst>
          </p:cNvPr>
          <p:cNvSpPr txBox="1">
            <a:spLocks noGrp="1"/>
          </p:cNvSpPr>
          <p:nvPr>
            <p:ph idx="1"/>
          </p:nvPr>
        </p:nvSpPr>
        <p:spPr>
          <a:xfrm>
            <a:off x="838203" y="1825627"/>
            <a:ext cx="5181603" cy="4351336"/>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D3D8C08-C999-C95A-996D-480763F958BB}"/>
              </a:ext>
            </a:extLst>
          </p:cNvPr>
          <p:cNvSpPr txBox="1">
            <a:spLocks noGrp="1"/>
          </p:cNvSpPr>
          <p:nvPr>
            <p:ph idx="2"/>
          </p:nvPr>
        </p:nvSpPr>
        <p:spPr>
          <a:xfrm>
            <a:off x="6172200" y="1825627"/>
            <a:ext cx="5181603" cy="4351336"/>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56CE0BF6-0D6C-364D-3C1D-2BDC9ED3D24D}"/>
              </a:ext>
            </a:extLst>
          </p:cNvPr>
          <p:cNvSpPr txBox="1">
            <a:spLocks noGrp="1"/>
          </p:cNvSpPr>
          <p:nvPr>
            <p:ph type="dt" sz="half" idx="7"/>
          </p:nvPr>
        </p:nvSpPr>
        <p:spPr/>
        <p:txBody>
          <a:bodyPr/>
          <a:lstStyle>
            <a:lvl1pPr>
              <a:defRPr/>
            </a:lvl1pPr>
          </a:lstStyle>
          <a:p>
            <a:pPr lvl="0"/>
            <a:fld id="{AF30000A-25A5-4483-A4BE-E89F98577963}" type="datetime1">
              <a:rPr lang="en-IN"/>
              <a:pPr lvl="0"/>
              <a:t>05-03-2026</a:t>
            </a:fld>
            <a:endParaRPr lang="en-IN"/>
          </a:p>
        </p:txBody>
      </p:sp>
      <p:sp>
        <p:nvSpPr>
          <p:cNvPr id="6" name="Footer Placeholder 5">
            <a:extLst>
              <a:ext uri="{FF2B5EF4-FFF2-40B4-BE49-F238E27FC236}">
                <a16:creationId xmlns:a16="http://schemas.microsoft.com/office/drawing/2014/main" id="{C46ECD3F-E795-7883-CEDB-8C746FF1EF6D}"/>
              </a:ext>
            </a:extLst>
          </p:cNvPr>
          <p:cNvSpPr txBox="1">
            <a:spLocks noGrp="1"/>
          </p:cNvSpPr>
          <p:nvPr>
            <p:ph type="ftr" sz="quarter" idx="9"/>
          </p:nvPr>
        </p:nvSpPr>
        <p:spPr/>
        <p:txBody>
          <a:bodyPr/>
          <a:lstStyle>
            <a:lvl1pPr>
              <a:defRPr/>
            </a:lvl1pPr>
          </a:lstStyle>
          <a:p>
            <a:pPr lvl="0"/>
            <a:endParaRPr lang="en-IN"/>
          </a:p>
        </p:txBody>
      </p:sp>
      <p:sp>
        <p:nvSpPr>
          <p:cNvPr id="7" name="Slide Number Placeholder 6">
            <a:extLst>
              <a:ext uri="{FF2B5EF4-FFF2-40B4-BE49-F238E27FC236}">
                <a16:creationId xmlns:a16="http://schemas.microsoft.com/office/drawing/2014/main" id="{1113E275-CFF5-F3CD-AD5B-75661A5BAA81}"/>
              </a:ext>
            </a:extLst>
          </p:cNvPr>
          <p:cNvSpPr txBox="1">
            <a:spLocks noGrp="1"/>
          </p:cNvSpPr>
          <p:nvPr>
            <p:ph type="sldNum" sz="quarter" idx="8"/>
          </p:nvPr>
        </p:nvSpPr>
        <p:spPr/>
        <p:txBody>
          <a:bodyPr/>
          <a:lstStyle>
            <a:lvl1pPr>
              <a:defRPr/>
            </a:lvl1pPr>
          </a:lstStyle>
          <a:p>
            <a:pPr lvl="0"/>
            <a:fld id="{5325301C-A3C7-4142-A5A0-9E52C9A57BC4}" type="slidenum">
              <a:t>‹#›</a:t>
            </a:fld>
            <a:endParaRPr lang="en-IN"/>
          </a:p>
        </p:txBody>
      </p:sp>
    </p:spTree>
    <p:extLst>
      <p:ext uri="{BB962C8B-B14F-4D97-AF65-F5344CB8AC3E}">
        <p14:creationId xmlns:p14="http://schemas.microsoft.com/office/powerpoint/2010/main" val="1672534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722A27-79A4-08D7-C349-F8BFD7AAAFDD}"/>
              </a:ext>
            </a:extLst>
          </p:cNvPr>
          <p:cNvSpPr txBox="1">
            <a:spLocks noGrp="1"/>
          </p:cNvSpPr>
          <p:nvPr>
            <p:ph type="title"/>
          </p:nvPr>
        </p:nvSpPr>
        <p:spPr>
          <a:xfrm>
            <a:off x="839784" y="365129"/>
            <a:ext cx="10515600" cy="1325559"/>
          </a:xfrm>
        </p:spPr>
        <p:txBody>
          <a:bodyPr/>
          <a:lstStyle>
            <a:lvl1pPr>
              <a:defRPr/>
            </a:lvl1pPr>
          </a:lstStyle>
          <a:p>
            <a:pPr lvl="0"/>
            <a:r>
              <a:rPr lang="en-US"/>
              <a:t>Click to edit Master title style</a:t>
            </a:r>
            <a:endParaRPr lang="en-IN"/>
          </a:p>
        </p:txBody>
      </p:sp>
      <p:sp>
        <p:nvSpPr>
          <p:cNvPr id="3" name="Text Placeholder 2">
            <a:extLst>
              <a:ext uri="{FF2B5EF4-FFF2-40B4-BE49-F238E27FC236}">
                <a16:creationId xmlns:a16="http://schemas.microsoft.com/office/drawing/2014/main" id="{B3B1565A-B99B-D3F0-ABE3-5BA0EEE79699}"/>
              </a:ext>
            </a:extLst>
          </p:cNvPr>
          <p:cNvSpPr txBox="1">
            <a:spLocks noGrp="1"/>
          </p:cNvSpPr>
          <p:nvPr>
            <p:ph type="body" idx="1"/>
          </p:nvPr>
        </p:nvSpPr>
        <p:spPr>
          <a:xfrm>
            <a:off x="839784" y="1681160"/>
            <a:ext cx="5157782" cy="823910"/>
          </a:xfrm>
        </p:spPr>
        <p:txBody>
          <a:bodyPr anchor="b"/>
          <a:lstStyle>
            <a:lvl1pPr marL="0" indent="0">
              <a:buNone/>
              <a:defRPr sz="2400" b="1"/>
            </a:lvl1pPr>
          </a:lstStyle>
          <a:p>
            <a:pPr lvl="0"/>
            <a:r>
              <a:rPr lang="en-US"/>
              <a:t>Click to edit Master text styles</a:t>
            </a:r>
          </a:p>
        </p:txBody>
      </p:sp>
      <p:sp>
        <p:nvSpPr>
          <p:cNvPr id="4" name="Content Placeholder 3">
            <a:extLst>
              <a:ext uri="{FF2B5EF4-FFF2-40B4-BE49-F238E27FC236}">
                <a16:creationId xmlns:a16="http://schemas.microsoft.com/office/drawing/2014/main" id="{6EF5F622-D5DD-A25F-FF30-FEB2B78D423F}"/>
              </a:ext>
            </a:extLst>
          </p:cNvPr>
          <p:cNvSpPr txBox="1">
            <a:spLocks noGrp="1"/>
          </p:cNvSpPr>
          <p:nvPr>
            <p:ph idx="2"/>
          </p:nvPr>
        </p:nvSpPr>
        <p:spPr>
          <a:xfrm>
            <a:off x="839784" y="2505071"/>
            <a:ext cx="5157782" cy="3684583"/>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32ABDB3-E082-AA60-B7AF-9F5C62D03FC8}"/>
              </a:ext>
            </a:extLst>
          </p:cNvPr>
          <p:cNvSpPr txBox="1">
            <a:spLocks noGrp="1"/>
          </p:cNvSpPr>
          <p:nvPr>
            <p:ph type="body" idx="3"/>
          </p:nvPr>
        </p:nvSpPr>
        <p:spPr>
          <a:xfrm>
            <a:off x="6172200" y="1681160"/>
            <a:ext cx="5183184" cy="823910"/>
          </a:xfrm>
        </p:spPr>
        <p:txBody>
          <a:bodyPr anchor="b"/>
          <a:lstStyle>
            <a:lvl1pPr marL="0" indent="0">
              <a:buNone/>
              <a:defRPr sz="2400" b="1"/>
            </a:lvl1pPr>
          </a:lstStyle>
          <a:p>
            <a:pPr lvl="0"/>
            <a:r>
              <a:rPr lang="en-US"/>
              <a:t>Click to edit Master text styles</a:t>
            </a:r>
          </a:p>
        </p:txBody>
      </p:sp>
      <p:sp>
        <p:nvSpPr>
          <p:cNvPr id="6" name="Content Placeholder 5">
            <a:extLst>
              <a:ext uri="{FF2B5EF4-FFF2-40B4-BE49-F238E27FC236}">
                <a16:creationId xmlns:a16="http://schemas.microsoft.com/office/drawing/2014/main" id="{60690676-6657-BE35-30ED-AF6EF7114E4E}"/>
              </a:ext>
            </a:extLst>
          </p:cNvPr>
          <p:cNvSpPr txBox="1">
            <a:spLocks noGrp="1"/>
          </p:cNvSpPr>
          <p:nvPr>
            <p:ph idx="4"/>
          </p:nvPr>
        </p:nvSpPr>
        <p:spPr>
          <a:xfrm>
            <a:off x="6172200" y="2505071"/>
            <a:ext cx="5183184" cy="3684583"/>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3666547E-FCCC-7CA0-D45E-072B417630F3}"/>
              </a:ext>
            </a:extLst>
          </p:cNvPr>
          <p:cNvSpPr txBox="1">
            <a:spLocks noGrp="1"/>
          </p:cNvSpPr>
          <p:nvPr>
            <p:ph type="dt" sz="half" idx="7"/>
          </p:nvPr>
        </p:nvSpPr>
        <p:spPr/>
        <p:txBody>
          <a:bodyPr/>
          <a:lstStyle>
            <a:lvl1pPr>
              <a:defRPr/>
            </a:lvl1pPr>
          </a:lstStyle>
          <a:p>
            <a:pPr lvl="0"/>
            <a:fld id="{EEC584EC-CA7A-4B0D-82FA-031277604BD8}" type="datetime1">
              <a:rPr lang="en-IN"/>
              <a:pPr lvl="0"/>
              <a:t>05-03-2026</a:t>
            </a:fld>
            <a:endParaRPr lang="en-IN"/>
          </a:p>
        </p:txBody>
      </p:sp>
      <p:sp>
        <p:nvSpPr>
          <p:cNvPr id="8" name="Footer Placeholder 7">
            <a:extLst>
              <a:ext uri="{FF2B5EF4-FFF2-40B4-BE49-F238E27FC236}">
                <a16:creationId xmlns:a16="http://schemas.microsoft.com/office/drawing/2014/main" id="{A6E760B9-39A8-4B68-DFBF-5260AF38F909}"/>
              </a:ext>
            </a:extLst>
          </p:cNvPr>
          <p:cNvSpPr txBox="1">
            <a:spLocks noGrp="1"/>
          </p:cNvSpPr>
          <p:nvPr>
            <p:ph type="ftr" sz="quarter" idx="9"/>
          </p:nvPr>
        </p:nvSpPr>
        <p:spPr/>
        <p:txBody>
          <a:bodyPr/>
          <a:lstStyle>
            <a:lvl1pPr>
              <a:defRPr/>
            </a:lvl1pPr>
          </a:lstStyle>
          <a:p>
            <a:pPr lvl="0"/>
            <a:endParaRPr lang="en-IN"/>
          </a:p>
        </p:txBody>
      </p:sp>
      <p:sp>
        <p:nvSpPr>
          <p:cNvPr id="9" name="Slide Number Placeholder 8">
            <a:extLst>
              <a:ext uri="{FF2B5EF4-FFF2-40B4-BE49-F238E27FC236}">
                <a16:creationId xmlns:a16="http://schemas.microsoft.com/office/drawing/2014/main" id="{19D99586-4F6D-7643-A728-741F9F08F4BE}"/>
              </a:ext>
            </a:extLst>
          </p:cNvPr>
          <p:cNvSpPr txBox="1">
            <a:spLocks noGrp="1"/>
          </p:cNvSpPr>
          <p:nvPr>
            <p:ph type="sldNum" sz="quarter" idx="8"/>
          </p:nvPr>
        </p:nvSpPr>
        <p:spPr/>
        <p:txBody>
          <a:bodyPr/>
          <a:lstStyle>
            <a:lvl1pPr>
              <a:defRPr/>
            </a:lvl1pPr>
          </a:lstStyle>
          <a:p>
            <a:pPr lvl="0"/>
            <a:fld id="{8FE353A2-F171-4768-B102-265C34753532}" type="slidenum">
              <a:t>‹#›</a:t>
            </a:fld>
            <a:endParaRPr lang="en-IN"/>
          </a:p>
        </p:txBody>
      </p:sp>
    </p:spTree>
    <p:extLst>
      <p:ext uri="{BB962C8B-B14F-4D97-AF65-F5344CB8AC3E}">
        <p14:creationId xmlns:p14="http://schemas.microsoft.com/office/powerpoint/2010/main" val="36429761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20E96-CE5F-B0B4-D842-056D1C3A4469}"/>
              </a:ext>
            </a:extLst>
          </p:cNvPr>
          <p:cNvSpPr txBox="1">
            <a:spLocks noGrp="1"/>
          </p:cNvSpPr>
          <p:nvPr>
            <p:ph type="title"/>
          </p:nvPr>
        </p:nvSpPr>
        <p:spPr/>
        <p:txBody>
          <a:bodyPr/>
          <a:lstStyle>
            <a:lvl1pPr>
              <a:defRPr/>
            </a:lvl1pPr>
          </a:lstStyle>
          <a:p>
            <a:pPr lvl="0"/>
            <a:r>
              <a:rPr lang="en-US"/>
              <a:t>Click to edit Master title style</a:t>
            </a:r>
            <a:endParaRPr lang="en-IN"/>
          </a:p>
        </p:txBody>
      </p:sp>
      <p:sp>
        <p:nvSpPr>
          <p:cNvPr id="3" name="Date Placeholder 2">
            <a:extLst>
              <a:ext uri="{FF2B5EF4-FFF2-40B4-BE49-F238E27FC236}">
                <a16:creationId xmlns:a16="http://schemas.microsoft.com/office/drawing/2014/main" id="{8B0463DE-86BC-2CCB-D617-E5AD2420000F}"/>
              </a:ext>
            </a:extLst>
          </p:cNvPr>
          <p:cNvSpPr txBox="1">
            <a:spLocks noGrp="1"/>
          </p:cNvSpPr>
          <p:nvPr>
            <p:ph type="dt" sz="half" idx="7"/>
          </p:nvPr>
        </p:nvSpPr>
        <p:spPr/>
        <p:txBody>
          <a:bodyPr/>
          <a:lstStyle>
            <a:lvl1pPr>
              <a:defRPr/>
            </a:lvl1pPr>
          </a:lstStyle>
          <a:p>
            <a:pPr lvl="0"/>
            <a:fld id="{7E93A718-95ED-4950-A6BD-7AC4CAECB78C}" type="datetime1">
              <a:rPr lang="en-IN"/>
              <a:pPr lvl="0"/>
              <a:t>05-03-2026</a:t>
            </a:fld>
            <a:endParaRPr lang="en-IN"/>
          </a:p>
        </p:txBody>
      </p:sp>
      <p:sp>
        <p:nvSpPr>
          <p:cNvPr id="4" name="Footer Placeholder 3">
            <a:extLst>
              <a:ext uri="{FF2B5EF4-FFF2-40B4-BE49-F238E27FC236}">
                <a16:creationId xmlns:a16="http://schemas.microsoft.com/office/drawing/2014/main" id="{50600AB5-2B51-1D3E-F480-01ED817F2362}"/>
              </a:ext>
            </a:extLst>
          </p:cNvPr>
          <p:cNvSpPr txBox="1">
            <a:spLocks noGrp="1"/>
          </p:cNvSpPr>
          <p:nvPr>
            <p:ph type="ftr" sz="quarter" idx="9"/>
          </p:nvPr>
        </p:nvSpPr>
        <p:spPr/>
        <p:txBody>
          <a:bodyPr/>
          <a:lstStyle>
            <a:lvl1pPr>
              <a:defRPr/>
            </a:lvl1pPr>
          </a:lstStyle>
          <a:p>
            <a:pPr lvl="0"/>
            <a:endParaRPr lang="en-IN"/>
          </a:p>
        </p:txBody>
      </p:sp>
      <p:sp>
        <p:nvSpPr>
          <p:cNvPr id="5" name="Slide Number Placeholder 4">
            <a:extLst>
              <a:ext uri="{FF2B5EF4-FFF2-40B4-BE49-F238E27FC236}">
                <a16:creationId xmlns:a16="http://schemas.microsoft.com/office/drawing/2014/main" id="{99F7D610-39DD-7094-9DC7-FB49B73E5851}"/>
              </a:ext>
            </a:extLst>
          </p:cNvPr>
          <p:cNvSpPr txBox="1">
            <a:spLocks noGrp="1"/>
          </p:cNvSpPr>
          <p:nvPr>
            <p:ph type="sldNum" sz="quarter" idx="8"/>
          </p:nvPr>
        </p:nvSpPr>
        <p:spPr/>
        <p:txBody>
          <a:bodyPr/>
          <a:lstStyle>
            <a:lvl1pPr>
              <a:defRPr/>
            </a:lvl1pPr>
          </a:lstStyle>
          <a:p>
            <a:pPr lvl="0"/>
            <a:fld id="{F95439C8-8676-44A5-BC48-04FF205166A9}" type="slidenum">
              <a:t>‹#›</a:t>
            </a:fld>
            <a:endParaRPr lang="en-IN"/>
          </a:p>
        </p:txBody>
      </p:sp>
    </p:spTree>
    <p:extLst>
      <p:ext uri="{BB962C8B-B14F-4D97-AF65-F5344CB8AC3E}">
        <p14:creationId xmlns:p14="http://schemas.microsoft.com/office/powerpoint/2010/main" val="23104057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30B4788-0717-9B8B-AC80-6417C9F7AD40}"/>
              </a:ext>
            </a:extLst>
          </p:cNvPr>
          <p:cNvSpPr txBox="1">
            <a:spLocks noGrp="1"/>
          </p:cNvSpPr>
          <p:nvPr>
            <p:ph type="dt" sz="half" idx="7"/>
          </p:nvPr>
        </p:nvSpPr>
        <p:spPr/>
        <p:txBody>
          <a:bodyPr/>
          <a:lstStyle>
            <a:lvl1pPr>
              <a:defRPr/>
            </a:lvl1pPr>
          </a:lstStyle>
          <a:p>
            <a:pPr lvl="0"/>
            <a:fld id="{A2434793-7102-4244-B10E-8AB6CCFDA746}" type="datetime1">
              <a:rPr lang="en-IN"/>
              <a:pPr lvl="0"/>
              <a:t>05-03-2026</a:t>
            </a:fld>
            <a:endParaRPr lang="en-IN"/>
          </a:p>
        </p:txBody>
      </p:sp>
      <p:sp>
        <p:nvSpPr>
          <p:cNvPr id="3" name="Footer Placeholder 2">
            <a:extLst>
              <a:ext uri="{FF2B5EF4-FFF2-40B4-BE49-F238E27FC236}">
                <a16:creationId xmlns:a16="http://schemas.microsoft.com/office/drawing/2014/main" id="{62BA3954-6828-1986-BEE4-3AF238D8D39F}"/>
              </a:ext>
            </a:extLst>
          </p:cNvPr>
          <p:cNvSpPr txBox="1">
            <a:spLocks noGrp="1"/>
          </p:cNvSpPr>
          <p:nvPr>
            <p:ph type="ftr" sz="quarter" idx="9"/>
          </p:nvPr>
        </p:nvSpPr>
        <p:spPr/>
        <p:txBody>
          <a:bodyPr/>
          <a:lstStyle>
            <a:lvl1pPr>
              <a:defRPr/>
            </a:lvl1pPr>
          </a:lstStyle>
          <a:p>
            <a:pPr lvl="0"/>
            <a:endParaRPr lang="en-IN"/>
          </a:p>
        </p:txBody>
      </p:sp>
      <p:sp>
        <p:nvSpPr>
          <p:cNvPr id="4" name="Slide Number Placeholder 3">
            <a:extLst>
              <a:ext uri="{FF2B5EF4-FFF2-40B4-BE49-F238E27FC236}">
                <a16:creationId xmlns:a16="http://schemas.microsoft.com/office/drawing/2014/main" id="{E201FC1C-C518-35D5-FD17-41BBB33ABCC0}"/>
              </a:ext>
            </a:extLst>
          </p:cNvPr>
          <p:cNvSpPr txBox="1">
            <a:spLocks noGrp="1"/>
          </p:cNvSpPr>
          <p:nvPr>
            <p:ph type="sldNum" sz="quarter" idx="8"/>
          </p:nvPr>
        </p:nvSpPr>
        <p:spPr/>
        <p:txBody>
          <a:bodyPr/>
          <a:lstStyle>
            <a:lvl1pPr>
              <a:defRPr/>
            </a:lvl1pPr>
          </a:lstStyle>
          <a:p>
            <a:pPr lvl="0"/>
            <a:fld id="{B9AB82C5-5583-4505-A15C-92A0C248B6BA}" type="slidenum">
              <a:t>‹#›</a:t>
            </a:fld>
            <a:endParaRPr lang="en-IN"/>
          </a:p>
        </p:txBody>
      </p:sp>
    </p:spTree>
    <p:extLst>
      <p:ext uri="{BB962C8B-B14F-4D97-AF65-F5344CB8AC3E}">
        <p14:creationId xmlns:p14="http://schemas.microsoft.com/office/powerpoint/2010/main" val="19984404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B5599-8FE5-2BC1-63E0-8B434B26C898}"/>
              </a:ext>
            </a:extLst>
          </p:cNvPr>
          <p:cNvSpPr txBox="1">
            <a:spLocks noGrp="1"/>
          </p:cNvSpPr>
          <p:nvPr>
            <p:ph type="title"/>
          </p:nvPr>
        </p:nvSpPr>
        <p:spPr>
          <a:xfrm>
            <a:off x="839784" y="457200"/>
            <a:ext cx="3932240" cy="1600200"/>
          </a:xfrm>
        </p:spPr>
        <p:txBody>
          <a:bodyPr anchor="b"/>
          <a:lstStyle>
            <a:lvl1pPr>
              <a:defRPr sz="3200"/>
            </a:lvl1pPr>
          </a:lstStyle>
          <a:p>
            <a:pPr lvl="0"/>
            <a:r>
              <a:rPr lang="en-US"/>
              <a:t>Click to edit Master title style</a:t>
            </a:r>
            <a:endParaRPr lang="en-IN"/>
          </a:p>
        </p:txBody>
      </p:sp>
      <p:sp>
        <p:nvSpPr>
          <p:cNvPr id="3" name="Content Placeholder 2">
            <a:extLst>
              <a:ext uri="{FF2B5EF4-FFF2-40B4-BE49-F238E27FC236}">
                <a16:creationId xmlns:a16="http://schemas.microsoft.com/office/drawing/2014/main" id="{02942ECC-2CFA-51D3-D9D0-550DB762E9A1}"/>
              </a:ext>
            </a:extLst>
          </p:cNvPr>
          <p:cNvSpPr txBox="1">
            <a:spLocks noGrp="1"/>
          </p:cNvSpPr>
          <p:nvPr>
            <p:ph idx="1"/>
          </p:nvPr>
        </p:nvSpPr>
        <p:spPr>
          <a:xfrm>
            <a:off x="5183184" y="987423"/>
            <a:ext cx="6172200" cy="4873623"/>
          </a:xfrm>
        </p:spPr>
        <p:txBody>
          <a:bodyPr/>
          <a:lstStyle>
            <a:lvl1pPr>
              <a:defRPr sz="3200"/>
            </a:lvl1pPr>
            <a:lvl2pPr>
              <a:defRPr sz="2800"/>
            </a:lvl2pPr>
            <a:lvl3pPr>
              <a:defRPr sz="24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2DA13558-961C-8F6C-B41A-9C7FD3AD92BD}"/>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en-US"/>
              <a:t>Click to edit Master text styles</a:t>
            </a:r>
          </a:p>
        </p:txBody>
      </p:sp>
      <p:sp>
        <p:nvSpPr>
          <p:cNvPr id="5" name="Date Placeholder 4">
            <a:extLst>
              <a:ext uri="{FF2B5EF4-FFF2-40B4-BE49-F238E27FC236}">
                <a16:creationId xmlns:a16="http://schemas.microsoft.com/office/drawing/2014/main" id="{BFAE7294-D20C-8FB3-5D33-E82181D737A4}"/>
              </a:ext>
            </a:extLst>
          </p:cNvPr>
          <p:cNvSpPr txBox="1">
            <a:spLocks noGrp="1"/>
          </p:cNvSpPr>
          <p:nvPr>
            <p:ph type="dt" sz="half" idx="7"/>
          </p:nvPr>
        </p:nvSpPr>
        <p:spPr/>
        <p:txBody>
          <a:bodyPr/>
          <a:lstStyle>
            <a:lvl1pPr>
              <a:defRPr/>
            </a:lvl1pPr>
          </a:lstStyle>
          <a:p>
            <a:pPr lvl="0"/>
            <a:fld id="{A164FBA1-431A-44B0-A65F-59C2FC9ECF99}" type="datetime1">
              <a:rPr lang="en-IN"/>
              <a:pPr lvl="0"/>
              <a:t>05-03-2026</a:t>
            </a:fld>
            <a:endParaRPr lang="en-IN"/>
          </a:p>
        </p:txBody>
      </p:sp>
      <p:sp>
        <p:nvSpPr>
          <p:cNvPr id="6" name="Footer Placeholder 5">
            <a:extLst>
              <a:ext uri="{FF2B5EF4-FFF2-40B4-BE49-F238E27FC236}">
                <a16:creationId xmlns:a16="http://schemas.microsoft.com/office/drawing/2014/main" id="{C4C1BC45-E21E-C9DF-2170-649266AE7D1A}"/>
              </a:ext>
            </a:extLst>
          </p:cNvPr>
          <p:cNvSpPr txBox="1">
            <a:spLocks noGrp="1"/>
          </p:cNvSpPr>
          <p:nvPr>
            <p:ph type="ftr" sz="quarter" idx="9"/>
          </p:nvPr>
        </p:nvSpPr>
        <p:spPr/>
        <p:txBody>
          <a:bodyPr/>
          <a:lstStyle>
            <a:lvl1pPr>
              <a:defRPr/>
            </a:lvl1pPr>
          </a:lstStyle>
          <a:p>
            <a:pPr lvl="0"/>
            <a:endParaRPr lang="en-IN"/>
          </a:p>
        </p:txBody>
      </p:sp>
      <p:sp>
        <p:nvSpPr>
          <p:cNvPr id="7" name="Slide Number Placeholder 6">
            <a:extLst>
              <a:ext uri="{FF2B5EF4-FFF2-40B4-BE49-F238E27FC236}">
                <a16:creationId xmlns:a16="http://schemas.microsoft.com/office/drawing/2014/main" id="{93708AFC-8B8C-9AF5-8CB6-CEE814B2BA60}"/>
              </a:ext>
            </a:extLst>
          </p:cNvPr>
          <p:cNvSpPr txBox="1">
            <a:spLocks noGrp="1"/>
          </p:cNvSpPr>
          <p:nvPr>
            <p:ph type="sldNum" sz="quarter" idx="8"/>
          </p:nvPr>
        </p:nvSpPr>
        <p:spPr/>
        <p:txBody>
          <a:bodyPr/>
          <a:lstStyle>
            <a:lvl1pPr>
              <a:defRPr/>
            </a:lvl1pPr>
          </a:lstStyle>
          <a:p>
            <a:pPr lvl="0"/>
            <a:fld id="{1E8598D1-0EC1-4E4D-B494-094B3E394B16}" type="slidenum">
              <a:t>‹#›</a:t>
            </a:fld>
            <a:endParaRPr lang="en-IN"/>
          </a:p>
        </p:txBody>
      </p:sp>
    </p:spTree>
    <p:extLst>
      <p:ext uri="{BB962C8B-B14F-4D97-AF65-F5344CB8AC3E}">
        <p14:creationId xmlns:p14="http://schemas.microsoft.com/office/powerpoint/2010/main" val="5396679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11CC78-5C8E-BB60-58E6-BF451CE9BE0E}"/>
              </a:ext>
            </a:extLst>
          </p:cNvPr>
          <p:cNvSpPr txBox="1">
            <a:spLocks noGrp="1"/>
          </p:cNvSpPr>
          <p:nvPr>
            <p:ph type="title"/>
          </p:nvPr>
        </p:nvSpPr>
        <p:spPr>
          <a:xfrm>
            <a:off x="839784" y="457200"/>
            <a:ext cx="3932240" cy="1600200"/>
          </a:xfrm>
        </p:spPr>
        <p:txBody>
          <a:bodyPr anchor="b"/>
          <a:lstStyle>
            <a:lvl1pPr>
              <a:defRPr sz="3200"/>
            </a:lvl1pPr>
          </a:lstStyle>
          <a:p>
            <a:pPr lvl="0"/>
            <a:r>
              <a:rPr lang="en-US"/>
              <a:t>Click to edit Master title style</a:t>
            </a:r>
            <a:endParaRPr lang="en-IN"/>
          </a:p>
        </p:txBody>
      </p:sp>
      <p:sp>
        <p:nvSpPr>
          <p:cNvPr id="3" name="Picture Placeholder 2">
            <a:extLst>
              <a:ext uri="{FF2B5EF4-FFF2-40B4-BE49-F238E27FC236}">
                <a16:creationId xmlns:a16="http://schemas.microsoft.com/office/drawing/2014/main" id="{FC19E19E-A73C-E215-DDCD-7C91DB28A555}"/>
              </a:ext>
            </a:extLst>
          </p:cNvPr>
          <p:cNvSpPr txBox="1">
            <a:spLocks noGrp="1"/>
          </p:cNvSpPr>
          <p:nvPr>
            <p:ph type="pic" idx="1"/>
          </p:nvPr>
        </p:nvSpPr>
        <p:spPr>
          <a:xfrm>
            <a:off x="5183184" y="987423"/>
            <a:ext cx="6172200" cy="4873623"/>
          </a:xfrm>
        </p:spPr>
        <p:txBody>
          <a:bodyPr/>
          <a:lstStyle>
            <a:lvl1pPr marL="0" indent="0">
              <a:buNone/>
              <a:defRPr lang="en-IN" sz="3200"/>
            </a:lvl1pPr>
          </a:lstStyle>
          <a:p>
            <a:pPr lvl="0"/>
            <a:endParaRPr lang="en-IN"/>
          </a:p>
        </p:txBody>
      </p:sp>
      <p:sp>
        <p:nvSpPr>
          <p:cNvPr id="4" name="Text Placeholder 3">
            <a:extLst>
              <a:ext uri="{FF2B5EF4-FFF2-40B4-BE49-F238E27FC236}">
                <a16:creationId xmlns:a16="http://schemas.microsoft.com/office/drawing/2014/main" id="{A297E008-B130-5911-2CCA-448419081876}"/>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en-US"/>
              <a:t>Click to edit Master text styles</a:t>
            </a:r>
          </a:p>
        </p:txBody>
      </p:sp>
      <p:sp>
        <p:nvSpPr>
          <p:cNvPr id="5" name="Date Placeholder 4">
            <a:extLst>
              <a:ext uri="{FF2B5EF4-FFF2-40B4-BE49-F238E27FC236}">
                <a16:creationId xmlns:a16="http://schemas.microsoft.com/office/drawing/2014/main" id="{C7B5EB52-E790-62D7-02C5-3FE3A4FC5FE2}"/>
              </a:ext>
            </a:extLst>
          </p:cNvPr>
          <p:cNvSpPr txBox="1">
            <a:spLocks noGrp="1"/>
          </p:cNvSpPr>
          <p:nvPr>
            <p:ph type="dt" sz="half" idx="7"/>
          </p:nvPr>
        </p:nvSpPr>
        <p:spPr/>
        <p:txBody>
          <a:bodyPr/>
          <a:lstStyle>
            <a:lvl1pPr>
              <a:defRPr/>
            </a:lvl1pPr>
          </a:lstStyle>
          <a:p>
            <a:pPr lvl="0"/>
            <a:fld id="{9BAB4130-3B03-45A4-8CDD-AB7EFB95D507}" type="datetime1">
              <a:rPr lang="en-IN"/>
              <a:pPr lvl="0"/>
              <a:t>05-03-2026</a:t>
            </a:fld>
            <a:endParaRPr lang="en-IN"/>
          </a:p>
        </p:txBody>
      </p:sp>
      <p:sp>
        <p:nvSpPr>
          <p:cNvPr id="6" name="Footer Placeholder 5">
            <a:extLst>
              <a:ext uri="{FF2B5EF4-FFF2-40B4-BE49-F238E27FC236}">
                <a16:creationId xmlns:a16="http://schemas.microsoft.com/office/drawing/2014/main" id="{E4D5EA88-D3E6-FE7A-1580-ED6551A23397}"/>
              </a:ext>
            </a:extLst>
          </p:cNvPr>
          <p:cNvSpPr txBox="1">
            <a:spLocks noGrp="1"/>
          </p:cNvSpPr>
          <p:nvPr>
            <p:ph type="ftr" sz="quarter" idx="9"/>
          </p:nvPr>
        </p:nvSpPr>
        <p:spPr/>
        <p:txBody>
          <a:bodyPr/>
          <a:lstStyle>
            <a:lvl1pPr>
              <a:defRPr/>
            </a:lvl1pPr>
          </a:lstStyle>
          <a:p>
            <a:pPr lvl="0"/>
            <a:endParaRPr lang="en-IN"/>
          </a:p>
        </p:txBody>
      </p:sp>
      <p:sp>
        <p:nvSpPr>
          <p:cNvPr id="7" name="Slide Number Placeholder 6">
            <a:extLst>
              <a:ext uri="{FF2B5EF4-FFF2-40B4-BE49-F238E27FC236}">
                <a16:creationId xmlns:a16="http://schemas.microsoft.com/office/drawing/2014/main" id="{AF93C4C6-C58E-3331-02C6-2C614D608C86}"/>
              </a:ext>
            </a:extLst>
          </p:cNvPr>
          <p:cNvSpPr txBox="1">
            <a:spLocks noGrp="1"/>
          </p:cNvSpPr>
          <p:nvPr>
            <p:ph type="sldNum" sz="quarter" idx="8"/>
          </p:nvPr>
        </p:nvSpPr>
        <p:spPr/>
        <p:txBody>
          <a:bodyPr/>
          <a:lstStyle>
            <a:lvl1pPr>
              <a:defRPr/>
            </a:lvl1pPr>
          </a:lstStyle>
          <a:p>
            <a:pPr lvl="0"/>
            <a:fld id="{3CDEA4E9-AAFB-4929-9094-169430AD3E46}" type="slidenum">
              <a:t>‹#›</a:t>
            </a:fld>
            <a:endParaRPr lang="en-IN"/>
          </a:p>
        </p:txBody>
      </p:sp>
    </p:spTree>
    <p:extLst>
      <p:ext uri="{BB962C8B-B14F-4D97-AF65-F5344CB8AC3E}">
        <p14:creationId xmlns:p14="http://schemas.microsoft.com/office/powerpoint/2010/main" val="2428992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B7C7B-2320-E661-FA47-45AE65CD04C0}"/>
              </a:ext>
            </a:extLst>
          </p:cNvPr>
          <p:cNvSpPr txBox="1">
            <a:spLocks noGrp="1"/>
          </p:cNvSpPr>
          <p:nvPr>
            <p:ph type="title"/>
          </p:nvPr>
        </p:nvSpPr>
        <p:spPr/>
        <p:txBody>
          <a:bodyPr/>
          <a:lstStyle>
            <a:lvl1pPr>
              <a:defRPr/>
            </a:lvl1pPr>
          </a:lstStyle>
          <a:p>
            <a:pPr lvl="0"/>
            <a:r>
              <a:rPr lang="en-US"/>
              <a:t>Click to edit Master title style</a:t>
            </a:r>
            <a:endParaRPr lang="en-IN"/>
          </a:p>
        </p:txBody>
      </p:sp>
      <p:sp>
        <p:nvSpPr>
          <p:cNvPr id="3" name="Vertical Text Placeholder 2">
            <a:extLst>
              <a:ext uri="{FF2B5EF4-FFF2-40B4-BE49-F238E27FC236}">
                <a16:creationId xmlns:a16="http://schemas.microsoft.com/office/drawing/2014/main" id="{8872BECC-9A6A-EBDD-63D3-5E16FEC67D4D}"/>
              </a:ext>
            </a:extLst>
          </p:cNvPr>
          <p:cNvSpPr txBox="1">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F80814F-2B03-21D4-3561-395B06447317}"/>
              </a:ext>
            </a:extLst>
          </p:cNvPr>
          <p:cNvSpPr txBox="1">
            <a:spLocks noGrp="1"/>
          </p:cNvSpPr>
          <p:nvPr>
            <p:ph type="dt" sz="half" idx="7"/>
          </p:nvPr>
        </p:nvSpPr>
        <p:spPr/>
        <p:txBody>
          <a:bodyPr/>
          <a:lstStyle>
            <a:lvl1pPr>
              <a:defRPr/>
            </a:lvl1pPr>
          </a:lstStyle>
          <a:p>
            <a:pPr lvl="0"/>
            <a:fld id="{54A97FB0-4B72-4312-8C4F-B52CA418BFD1}" type="datetime1">
              <a:rPr lang="en-IN"/>
              <a:pPr lvl="0"/>
              <a:t>05-03-2026</a:t>
            </a:fld>
            <a:endParaRPr lang="en-IN"/>
          </a:p>
        </p:txBody>
      </p:sp>
      <p:sp>
        <p:nvSpPr>
          <p:cNvPr id="5" name="Footer Placeholder 4">
            <a:extLst>
              <a:ext uri="{FF2B5EF4-FFF2-40B4-BE49-F238E27FC236}">
                <a16:creationId xmlns:a16="http://schemas.microsoft.com/office/drawing/2014/main" id="{3BEF4AB7-1585-F71D-68D7-24318179DBB7}"/>
              </a:ext>
            </a:extLst>
          </p:cNvPr>
          <p:cNvSpPr txBox="1">
            <a:spLocks noGrp="1"/>
          </p:cNvSpPr>
          <p:nvPr>
            <p:ph type="ftr" sz="quarter" idx="9"/>
          </p:nvPr>
        </p:nvSpPr>
        <p:spPr/>
        <p:txBody>
          <a:bodyPr/>
          <a:lstStyle>
            <a:lvl1pPr>
              <a:defRPr/>
            </a:lvl1pPr>
          </a:lstStyle>
          <a:p>
            <a:pPr lvl="0"/>
            <a:endParaRPr lang="en-IN"/>
          </a:p>
        </p:txBody>
      </p:sp>
      <p:sp>
        <p:nvSpPr>
          <p:cNvPr id="6" name="Slide Number Placeholder 5">
            <a:extLst>
              <a:ext uri="{FF2B5EF4-FFF2-40B4-BE49-F238E27FC236}">
                <a16:creationId xmlns:a16="http://schemas.microsoft.com/office/drawing/2014/main" id="{BA2BA828-45C7-B9E3-315C-CCBE7AEB1163}"/>
              </a:ext>
            </a:extLst>
          </p:cNvPr>
          <p:cNvSpPr txBox="1">
            <a:spLocks noGrp="1"/>
          </p:cNvSpPr>
          <p:nvPr>
            <p:ph type="sldNum" sz="quarter" idx="8"/>
          </p:nvPr>
        </p:nvSpPr>
        <p:spPr/>
        <p:txBody>
          <a:bodyPr/>
          <a:lstStyle>
            <a:lvl1pPr>
              <a:defRPr/>
            </a:lvl1pPr>
          </a:lstStyle>
          <a:p>
            <a:pPr lvl="0"/>
            <a:fld id="{9F76FD96-3E2E-40A3-83FC-8DCC8092D672}" type="slidenum">
              <a:t>‹#›</a:t>
            </a:fld>
            <a:endParaRPr lang="en-IN"/>
          </a:p>
        </p:txBody>
      </p:sp>
    </p:spTree>
    <p:extLst>
      <p:ext uri="{BB962C8B-B14F-4D97-AF65-F5344CB8AC3E}">
        <p14:creationId xmlns:p14="http://schemas.microsoft.com/office/powerpoint/2010/main" val="11995962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1F3E734-6457-BD29-8C9A-26BEDE9AB26C}"/>
              </a:ext>
            </a:extLst>
          </p:cNvPr>
          <p:cNvSpPr txBox="1">
            <a:spLocks noGrp="1"/>
          </p:cNvSpPr>
          <p:nvPr>
            <p:ph type="title" orient="vert"/>
          </p:nvPr>
        </p:nvSpPr>
        <p:spPr>
          <a:xfrm>
            <a:off x="8724903" y="365129"/>
            <a:ext cx="2628899" cy="5811834"/>
          </a:xfrm>
        </p:spPr>
        <p:txBody>
          <a:bodyPr vert="eaVert"/>
          <a:lstStyle>
            <a:lvl1pPr>
              <a:defRPr/>
            </a:lvl1pPr>
          </a:lstStyle>
          <a:p>
            <a:pPr lvl="0"/>
            <a:r>
              <a:rPr lang="en-US"/>
              <a:t>Click to edit Master title style</a:t>
            </a:r>
            <a:endParaRPr lang="en-IN"/>
          </a:p>
        </p:txBody>
      </p:sp>
      <p:sp>
        <p:nvSpPr>
          <p:cNvPr id="3" name="Vertical Text Placeholder 2">
            <a:extLst>
              <a:ext uri="{FF2B5EF4-FFF2-40B4-BE49-F238E27FC236}">
                <a16:creationId xmlns:a16="http://schemas.microsoft.com/office/drawing/2014/main" id="{B9316835-DA1D-C882-1CD0-17667A1E7F68}"/>
              </a:ext>
            </a:extLst>
          </p:cNvPr>
          <p:cNvSpPr txBox="1">
            <a:spLocks noGrp="1"/>
          </p:cNvSpPr>
          <p:nvPr>
            <p:ph type="body" orient="vert" idx="1"/>
          </p:nvPr>
        </p:nvSpPr>
        <p:spPr>
          <a:xfrm>
            <a:off x="838203" y="365129"/>
            <a:ext cx="7734296" cy="5811834"/>
          </a:xfrm>
        </p:spPr>
        <p:txBody>
          <a:bodyPr vert="eaVert"/>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00B9F92-C6A8-977B-CA6F-307FD3F75239}"/>
              </a:ext>
            </a:extLst>
          </p:cNvPr>
          <p:cNvSpPr txBox="1">
            <a:spLocks noGrp="1"/>
          </p:cNvSpPr>
          <p:nvPr>
            <p:ph type="dt" sz="half" idx="7"/>
          </p:nvPr>
        </p:nvSpPr>
        <p:spPr/>
        <p:txBody>
          <a:bodyPr/>
          <a:lstStyle>
            <a:lvl1pPr>
              <a:defRPr/>
            </a:lvl1pPr>
          </a:lstStyle>
          <a:p>
            <a:pPr lvl="0"/>
            <a:fld id="{49746436-B872-4C1C-92BD-21CD79B48E74}" type="datetime1">
              <a:rPr lang="en-IN"/>
              <a:pPr lvl="0"/>
              <a:t>05-03-2026</a:t>
            </a:fld>
            <a:endParaRPr lang="en-IN"/>
          </a:p>
        </p:txBody>
      </p:sp>
      <p:sp>
        <p:nvSpPr>
          <p:cNvPr id="5" name="Footer Placeholder 4">
            <a:extLst>
              <a:ext uri="{FF2B5EF4-FFF2-40B4-BE49-F238E27FC236}">
                <a16:creationId xmlns:a16="http://schemas.microsoft.com/office/drawing/2014/main" id="{269102BE-8397-1933-3BED-02212A009E9C}"/>
              </a:ext>
            </a:extLst>
          </p:cNvPr>
          <p:cNvSpPr txBox="1">
            <a:spLocks noGrp="1"/>
          </p:cNvSpPr>
          <p:nvPr>
            <p:ph type="ftr" sz="quarter" idx="9"/>
          </p:nvPr>
        </p:nvSpPr>
        <p:spPr/>
        <p:txBody>
          <a:bodyPr/>
          <a:lstStyle>
            <a:lvl1pPr>
              <a:defRPr/>
            </a:lvl1pPr>
          </a:lstStyle>
          <a:p>
            <a:pPr lvl="0"/>
            <a:endParaRPr lang="en-IN"/>
          </a:p>
        </p:txBody>
      </p:sp>
      <p:sp>
        <p:nvSpPr>
          <p:cNvPr id="6" name="Slide Number Placeholder 5">
            <a:extLst>
              <a:ext uri="{FF2B5EF4-FFF2-40B4-BE49-F238E27FC236}">
                <a16:creationId xmlns:a16="http://schemas.microsoft.com/office/drawing/2014/main" id="{F6AD95FF-61CE-FC8C-FAB3-5CD6CC720C71}"/>
              </a:ext>
            </a:extLst>
          </p:cNvPr>
          <p:cNvSpPr txBox="1">
            <a:spLocks noGrp="1"/>
          </p:cNvSpPr>
          <p:nvPr>
            <p:ph type="sldNum" sz="quarter" idx="8"/>
          </p:nvPr>
        </p:nvSpPr>
        <p:spPr/>
        <p:txBody>
          <a:bodyPr/>
          <a:lstStyle>
            <a:lvl1pPr>
              <a:defRPr/>
            </a:lvl1pPr>
          </a:lstStyle>
          <a:p>
            <a:pPr lvl="0"/>
            <a:fld id="{CD8B3118-C37E-41CF-AF79-639CED5770C9}" type="slidenum">
              <a:t>‹#›</a:t>
            </a:fld>
            <a:endParaRPr lang="en-IN"/>
          </a:p>
        </p:txBody>
      </p:sp>
    </p:spTree>
    <p:extLst>
      <p:ext uri="{BB962C8B-B14F-4D97-AF65-F5344CB8AC3E}">
        <p14:creationId xmlns:p14="http://schemas.microsoft.com/office/powerpoint/2010/main" val="21552627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A810304-AF89-AA2E-0B01-0240FA6817AC}"/>
              </a:ext>
            </a:extLst>
          </p:cNvPr>
          <p:cNvSpPr txBox="1">
            <a:spLocks noGrp="1"/>
          </p:cNvSpPr>
          <p:nvPr>
            <p:ph type="title"/>
          </p:nvPr>
        </p:nvSpPr>
        <p:spPr>
          <a:xfrm>
            <a:off x="838203" y="365129"/>
            <a:ext cx="10515600" cy="1325559"/>
          </a:xfrm>
          <a:prstGeom prst="rect">
            <a:avLst/>
          </a:prstGeom>
          <a:noFill/>
          <a:ln>
            <a:noFill/>
          </a:ln>
        </p:spPr>
        <p:txBody>
          <a:bodyPr vert="horz" wrap="square" lIns="91440" tIns="45720" rIns="91440" bIns="45720" anchor="ctr" anchorCtr="0" compatLnSpc="1">
            <a:normAutofit/>
          </a:bodyPr>
          <a:lstStyle/>
          <a:p>
            <a:pPr lvl="0"/>
            <a:r>
              <a:rPr lang="en-US"/>
              <a:t>Click to edit Master title style</a:t>
            </a:r>
            <a:endParaRPr lang="en-IN"/>
          </a:p>
        </p:txBody>
      </p:sp>
      <p:sp>
        <p:nvSpPr>
          <p:cNvPr id="3" name="Text Placeholder 2">
            <a:extLst>
              <a:ext uri="{FF2B5EF4-FFF2-40B4-BE49-F238E27FC236}">
                <a16:creationId xmlns:a16="http://schemas.microsoft.com/office/drawing/2014/main" id="{D0DE4426-6D93-1955-4B33-60FCF6B93926}"/>
              </a:ext>
            </a:extLst>
          </p:cNvPr>
          <p:cNvSpPr txBox="1">
            <a:spLocks noGrp="1"/>
          </p:cNvSpPr>
          <p:nvPr>
            <p:ph type="body" idx="1"/>
          </p:nvPr>
        </p:nvSpPr>
        <p:spPr>
          <a:xfrm>
            <a:off x="838203" y="1825627"/>
            <a:ext cx="10515600" cy="4351336"/>
          </a:xfrm>
          <a:prstGeom prst="rect">
            <a:avLst/>
          </a:prstGeom>
          <a:noFill/>
          <a:ln>
            <a:noFill/>
          </a:ln>
        </p:spPr>
        <p:txBody>
          <a:bodyPr vert="horz" wrap="square" lIns="91440" tIns="45720" rIns="91440" bIns="45720" anchor="t" anchorCtr="0" compatLnSpc="1">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7388025-67E0-EA44-5D5C-55EA28E0EAFC}"/>
              </a:ext>
            </a:extLst>
          </p:cNvPr>
          <p:cNvSpPr txBox="1">
            <a:spLocks noGrp="1"/>
          </p:cNvSpPr>
          <p:nvPr>
            <p:ph type="dt" sz="half" idx="2"/>
          </p:nvPr>
        </p:nvSpPr>
        <p:spPr>
          <a:xfrm>
            <a:off x="8382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l" defTabSz="914400" rtl="0" fontAlgn="auto" hangingPunct="1">
              <a:lnSpc>
                <a:spcPct val="100000"/>
              </a:lnSpc>
              <a:spcBef>
                <a:spcPts val="0"/>
              </a:spcBef>
              <a:spcAft>
                <a:spcPts val="0"/>
              </a:spcAft>
              <a:buNone/>
              <a:tabLst/>
              <a:defRPr lang="en-IN" sz="1200" b="0" i="0" u="none" strike="noStrike" kern="1200" cap="none" spc="0" baseline="0">
                <a:solidFill>
                  <a:srgbClr val="767676"/>
                </a:solidFill>
                <a:uFillTx/>
                <a:latin typeface="Aptos"/>
              </a:defRPr>
            </a:lvl1pPr>
          </a:lstStyle>
          <a:p>
            <a:pPr lvl="0"/>
            <a:fld id="{CD141CEA-2F3C-44D3-84FC-30ECED96DBB8}" type="datetime1">
              <a:rPr lang="en-IN"/>
              <a:pPr lvl="0"/>
              <a:t>05-03-2026</a:t>
            </a:fld>
            <a:endParaRPr lang="en-IN"/>
          </a:p>
        </p:txBody>
      </p:sp>
      <p:sp>
        <p:nvSpPr>
          <p:cNvPr id="5" name="Footer Placeholder 4">
            <a:extLst>
              <a:ext uri="{FF2B5EF4-FFF2-40B4-BE49-F238E27FC236}">
                <a16:creationId xmlns:a16="http://schemas.microsoft.com/office/drawing/2014/main" id="{AFD653AE-490F-D0CA-76CD-4471923722FA}"/>
              </a:ext>
            </a:extLst>
          </p:cNvPr>
          <p:cNvSpPr txBox="1">
            <a:spLocks noGrp="1"/>
          </p:cNvSpPr>
          <p:nvPr>
            <p:ph type="ftr" sz="quarter" idx="3"/>
          </p:nvPr>
        </p:nvSpPr>
        <p:spPr>
          <a:xfrm>
            <a:off x="4038603" y="6356351"/>
            <a:ext cx="4114800" cy="365129"/>
          </a:xfrm>
          <a:prstGeom prst="rect">
            <a:avLst/>
          </a:prstGeom>
          <a:noFill/>
          <a:ln>
            <a:noFill/>
          </a:ln>
        </p:spPr>
        <p:txBody>
          <a:bodyPr vert="horz" wrap="square" lIns="91440" tIns="45720" rIns="91440" bIns="45720" anchor="ctr" anchorCtr="1" compatLnSpc="1">
            <a:noAutofit/>
          </a:bodyPr>
          <a:lstStyle>
            <a:lvl1pPr marL="0" marR="0" lvl="0" indent="0" algn="ctr" defTabSz="914400" rtl="0" fontAlgn="auto" hangingPunct="1">
              <a:lnSpc>
                <a:spcPct val="100000"/>
              </a:lnSpc>
              <a:spcBef>
                <a:spcPts val="0"/>
              </a:spcBef>
              <a:spcAft>
                <a:spcPts val="0"/>
              </a:spcAft>
              <a:buNone/>
              <a:tabLst/>
              <a:defRPr lang="en-IN" sz="1200" b="0" i="0" u="none" strike="noStrike" kern="1200" cap="none" spc="0" baseline="0">
                <a:solidFill>
                  <a:srgbClr val="767676"/>
                </a:solidFill>
                <a:uFillTx/>
                <a:latin typeface="Aptos"/>
              </a:defRPr>
            </a:lvl1pPr>
          </a:lstStyle>
          <a:p>
            <a:pPr lvl="0"/>
            <a:endParaRPr lang="en-IN"/>
          </a:p>
        </p:txBody>
      </p:sp>
      <p:sp>
        <p:nvSpPr>
          <p:cNvPr id="6" name="Slide Number Placeholder 5">
            <a:extLst>
              <a:ext uri="{FF2B5EF4-FFF2-40B4-BE49-F238E27FC236}">
                <a16:creationId xmlns:a16="http://schemas.microsoft.com/office/drawing/2014/main" id="{41CAEB1D-DAE5-9945-EAE8-2ACE36895702}"/>
              </a:ext>
            </a:extLst>
          </p:cNvPr>
          <p:cNvSpPr txBox="1">
            <a:spLocks noGrp="1"/>
          </p:cNvSpPr>
          <p:nvPr>
            <p:ph type="sldNum" sz="quarter" idx="4"/>
          </p:nvPr>
        </p:nvSpPr>
        <p:spPr>
          <a:xfrm>
            <a:off x="86106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r" defTabSz="914400" rtl="0" fontAlgn="auto" hangingPunct="1">
              <a:lnSpc>
                <a:spcPct val="100000"/>
              </a:lnSpc>
              <a:spcBef>
                <a:spcPts val="0"/>
              </a:spcBef>
              <a:spcAft>
                <a:spcPts val="0"/>
              </a:spcAft>
              <a:buNone/>
              <a:tabLst/>
              <a:defRPr lang="en-IN" sz="1200" b="0" i="0" u="none" strike="noStrike" kern="1200" cap="none" spc="0" baseline="0">
                <a:solidFill>
                  <a:srgbClr val="767676"/>
                </a:solidFill>
                <a:uFillTx/>
                <a:latin typeface="Aptos"/>
              </a:defRPr>
            </a:lvl1pPr>
          </a:lstStyle>
          <a:p>
            <a:pPr lvl="0"/>
            <a:fld id="{3CD178E7-A2D1-4777-809B-F5B5F76C1FBA}" type="slidenum">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marL="0" marR="0" lvl="0" indent="0" algn="l" defTabSz="914400" rtl="0" fontAlgn="auto" hangingPunct="1">
        <a:lnSpc>
          <a:spcPct val="90000"/>
        </a:lnSpc>
        <a:spcBef>
          <a:spcPts val="0"/>
        </a:spcBef>
        <a:spcAft>
          <a:spcPts val="0"/>
        </a:spcAft>
        <a:buNone/>
        <a:tabLst/>
        <a:defRPr lang="en-US" sz="4400" b="0" i="0" u="none" strike="noStrike" kern="1200" cap="none" spc="0" baseline="0">
          <a:solidFill>
            <a:srgbClr val="000000"/>
          </a:solidFill>
          <a:uFillTx/>
          <a:latin typeface="Aptos Display"/>
        </a:defRPr>
      </a:lvl1pPr>
    </p:titleStyle>
    <p:bodyStyle>
      <a:lvl1pPr marL="228600" marR="0" lvl="0" indent="-228600" algn="l" defTabSz="914400" rtl="0" fontAlgn="auto" hangingPunct="1">
        <a:lnSpc>
          <a:spcPct val="90000"/>
        </a:lnSpc>
        <a:spcBef>
          <a:spcPts val="1000"/>
        </a:spcBef>
        <a:spcAft>
          <a:spcPts val="0"/>
        </a:spcAft>
        <a:buSzPct val="100000"/>
        <a:buFont typeface="Arial" pitchFamily="34"/>
        <a:buChar char="•"/>
        <a:tabLst/>
        <a:defRPr lang="en-US" sz="2800" b="0" i="0" u="none" strike="noStrike" kern="1200" cap="none" spc="0" baseline="0">
          <a:solidFill>
            <a:srgbClr val="000000"/>
          </a:solidFill>
          <a:uFillTx/>
          <a:latin typeface="Aptos"/>
        </a:defRPr>
      </a:lvl1pPr>
      <a:lvl2pPr marL="685800" marR="0" lvl="1" indent="-228600" algn="l" defTabSz="914400" rtl="0" fontAlgn="auto" hangingPunct="1">
        <a:lnSpc>
          <a:spcPct val="90000"/>
        </a:lnSpc>
        <a:spcBef>
          <a:spcPts val="500"/>
        </a:spcBef>
        <a:spcAft>
          <a:spcPts val="0"/>
        </a:spcAft>
        <a:buSzPct val="100000"/>
        <a:buFont typeface="Arial" pitchFamily="34"/>
        <a:buChar char="•"/>
        <a:tabLst/>
        <a:defRPr lang="en-US" sz="2400" b="0" i="0" u="none" strike="noStrike" kern="1200" cap="none" spc="0" baseline="0">
          <a:solidFill>
            <a:srgbClr val="000000"/>
          </a:solidFill>
          <a:uFillTx/>
          <a:latin typeface="Aptos"/>
        </a:defRPr>
      </a:lvl2pPr>
      <a:lvl3pPr marL="1143000" marR="0" lvl="2" indent="-228600" algn="l" defTabSz="914400" rtl="0" fontAlgn="auto" hangingPunct="1">
        <a:lnSpc>
          <a:spcPct val="90000"/>
        </a:lnSpc>
        <a:spcBef>
          <a:spcPts val="500"/>
        </a:spcBef>
        <a:spcAft>
          <a:spcPts val="0"/>
        </a:spcAft>
        <a:buSzPct val="100000"/>
        <a:buFont typeface="Arial" pitchFamily="34"/>
        <a:buChar char="•"/>
        <a:tabLst/>
        <a:defRPr lang="en-US" sz="2000" b="0" i="0" u="none" strike="noStrike" kern="1200" cap="none" spc="0" baseline="0">
          <a:solidFill>
            <a:srgbClr val="000000"/>
          </a:solidFill>
          <a:uFillTx/>
          <a:latin typeface="Aptos"/>
        </a:defRPr>
      </a:lvl3pPr>
      <a:lvl4pPr marL="1600200" marR="0" lvl="3" indent="-228600" algn="l" defTabSz="914400" rtl="0" fontAlgn="auto" hangingPunct="1">
        <a:lnSpc>
          <a:spcPct val="90000"/>
        </a:lnSpc>
        <a:spcBef>
          <a:spcPts val="500"/>
        </a:spcBef>
        <a:spcAft>
          <a:spcPts val="0"/>
        </a:spcAft>
        <a:buSzPct val="100000"/>
        <a:buFont typeface="Arial" pitchFamily="34"/>
        <a:buChar char="•"/>
        <a:tabLst/>
        <a:defRPr lang="en-US" sz="1800" b="0" i="0" u="none" strike="noStrike" kern="1200" cap="none" spc="0" baseline="0">
          <a:solidFill>
            <a:srgbClr val="000000"/>
          </a:solidFill>
          <a:uFillTx/>
          <a:latin typeface="Aptos"/>
        </a:defRPr>
      </a:lvl4pPr>
      <a:lvl5pPr marL="2057400" marR="0" lvl="4" indent="-228600" algn="l" defTabSz="914400" rtl="0" fontAlgn="auto" hangingPunct="1">
        <a:lnSpc>
          <a:spcPct val="90000"/>
        </a:lnSpc>
        <a:spcBef>
          <a:spcPts val="500"/>
        </a:spcBef>
        <a:spcAft>
          <a:spcPts val="0"/>
        </a:spcAft>
        <a:buSzPct val="100000"/>
        <a:buFont typeface="Arial" pitchFamily="34"/>
        <a:buChar char="•"/>
        <a:tabLst/>
        <a:defRPr lang="en-US" sz="1800" b="0" i="0" u="none" strike="noStrike" kern="1200" cap="none" spc="0" baseline="0">
          <a:solidFill>
            <a:srgbClr val="000000"/>
          </a:solidFill>
          <a:uFillTx/>
          <a:latin typeface="Apto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76CE7-E680-21C1-CB85-27E160808E76}"/>
              </a:ext>
            </a:extLst>
          </p:cNvPr>
          <p:cNvSpPr txBox="1">
            <a:spLocks noGrp="1"/>
          </p:cNvSpPr>
          <p:nvPr>
            <p:ph type="ctrTitle"/>
          </p:nvPr>
        </p:nvSpPr>
        <p:spPr>
          <a:xfrm>
            <a:off x="1524003" y="210312"/>
            <a:ext cx="9144000" cy="996696"/>
          </a:xfrm>
        </p:spPr>
        <p:txBody>
          <a:bodyPr/>
          <a:lstStyle/>
          <a:p>
            <a:pPr lvl="0"/>
            <a:r>
              <a:rPr lang="en-US" sz="2800" b="1"/>
              <a:t>HyMedia: Cloud-Native Multimedia Sharing Platform</a:t>
            </a:r>
            <a:br>
              <a:rPr lang="en-US" sz="2000"/>
            </a:br>
            <a:r>
              <a:rPr lang="en-US" sz="1600"/>
              <a:t>A scalable multimedia platform supporting images, videos, audio and GIF media with advanced search, privacy controls and creator monetization.</a:t>
            </a:r>
            <a:endParaRPr lang="en-IN" sz="1600"/>
          </a:p>
        </p:txBody>
      </p:sp>
      <p:sp>
        <p:nvSpPr>
          <p:cNvPr id="3" name="Subtitle 2">
            <a:extLst>
              <a:ext uri="{FF2B5EF4-FFF2-40B4-BE49-F238E27FC236}">
                <a16:creationId xmlns:a16="http://schemas.microsoft.com/office/drawing/2014/main" id="{1AA89DE2-6041-5581-FDE5-C75FD471EE4F}"/>
              </a:ext>
            </a:extLst>
          </p:cNvPr>
          <p:cNvSpPr txBox="1">
            <a:spLocks noGrp="1"/>
          </p:cNvSpPr>
          <p:nvPr>
            <p:ph type="subTitle" idx="1"/>
          </p:nvPr>
        </p:nvSpPr>
        <p:spPr>
          <a:xfrm>
            <a:off x="1524003" y="1499616"/>
            <a:ext cx="9144000" cy="4599432"/>
          </a:xfrm>
        </p:spPr>
        <p:txBody>
          <a:bodyPr anchorCtr="0"/>
          <a:lstStyle/>
          <a:p>
            <a:pPr lvl="0" algn="l"/>
            <a:r>
              <a:rPr lang="en-IN" sz="1800"/>
              <a:t>Module: COM682 – Cloud Native Development</a:t>
            </a:r>
            <a:br>
              <a:rPr lang="en-IN" sz="1800"/>
            </a:br>
            <a:r>
              <a:rPr lang="en-IN" sz="1800"/>
              <a:t>Student: Abdulrehman Mohamedrafiq Vohra</a:t>
            </a:r>
            <a:br>
              <a:rPr lang="en-IN" sz="1800"/>
            </a:br>
            <a:r>
              <a:rPr lang="en-IN" sz="1800"/>
              <a:t>University: Ulster University London</a:t>
            </a:r>
          </a:p>
          <a:p>
            <a:pPr lvl="0" algn="l"/>
            <a:endParaRPr lang="en-IN" sz="1800"/>
          </a:p>
          <a:p>
            <a:pPr lvl="0" algn="l"/>
            <a:r>
              <a:rPr lang="en-IN" sz="1800"/>
              <a:t>System Overview</a:t>
            </a:r>
          </a:p>
          <a:p>
            <a:pPr lvl="0" algn="l"/>
            <a:r>
              <a:rPr lang="en-IN" sz="1800"/>
              <a:t>HyMedia is designed as a cloud-native multimedia sharing system deployed on Microsoft Azure. The platform allows users to upload and interact with multimedia content while supporting advanced features such as tagging, privacy controls, sensitive content filtering, and premium creator subscriptions.</a:t>
            </a:r>
          </a:p>
          <a:p>
            <a:pPr lvl="0" algn="l"/>
            <a:r>
              <a:rPr lang="en-IN" sz="1800"/>
              <a:t>The architecture uses serverless computing, REST APIs, scalable storage and asynchronous processing pipelines to ensure performance and scalability.</a:t>
            </a:r>
          </a:p>
          <a:p>
            <a:pPr lvl="0"/>
            <a:endParaRPr lang="en-I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117</Words>
  <Application>Microsoft Office PowerPoint</Application>
  <PresentationFormat>Widescreen</PresentationFormat>
  <Paragraphs>6</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HyMedia: Cloud-Native Multimedia Sharing Platform A scalable multimedia platform supporting images, videos, audio and GIF media with advanced search, privacy controls and creator monetization.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Abdulrehman Mohamedrafiq Vohra</dc:creator>
  <cp:lastModifiedBy>Abdulrehman Mohamedrafiq Vohra</cp:lastModifiedBy>
  <cp:revision>1</cp:revision>
  <dcterms:created xsi:type="dcterms:W3CDTF">2026-03-05T02:02:10Z</dcterms:created>
  <dcterms:modified xsi:type="dcterms:W3CDTF">2026-03-05T02:07:50Z</dcterms:modified>
</cp:coreProperties>
</file>